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4CF0-4A7E-4E0C-A097-3A572A5BCF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CB9-6961-4FBE-BAC2-021BD8E35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65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4CF0-4A7E-4E0C-A097-3A572A5BCF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CB9-6961-4FBE-BAC2-021BD8E35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98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4CF0-4A7E-4E0C-A097-3A572A5BCF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CB9-6961-4FBE-BAC2-021BD8E35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645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4CF0-4A7E-4E0C-A097-3A572A5BCF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CB9-6961-4FBE-BAC2-021BD8E35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097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4CF0-4A7E-4E0C-A097-3A572A5BCF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CB9-6961-4FBE-BAC2-021BD8E35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45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4CF0-4A7E-4E0C-A097-3A572A5BCF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CB9-6961-4FBE-BAC2-021BD8E35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543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4CF0-4A7E-4E0C-A097-3A572A5BCF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CB9-6961-4FBE-BAC2-021BD8E35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36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4CF0-4A7E-4E0C-A097-3A572A5BCF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CB9-6961-4FBE-BAC2-021BD8E35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650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4CF0-4A7E-4E0C-A097-3A572A5BCF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CB9-6961-4FBE-BAC2-021BD8E35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9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4CF0-4A7E-4E0C-A097-3A572A5BCF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CB9-6961-4FBE-BAC2-021BD8E35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49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4CF0-4A7E-4E0C-A097-3A572A5BCF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CB9-6961-4FBE-BAC2-021BD8E35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189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04CF0-4A7E-4E0C-A097-3A572A5BCF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8BCB9-6961-4FBE-BAC2-021BD8E35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3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560944"/>
            <a:ext cx="12192000" cy="32419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60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兰州大学</a:t>
            </a:r>
            <a:r>
              <a:rPr lang="en-US" altLang="zh-CN" sz="60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60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核结构与核天体物理组</a:t>
            </a:r>
            <a:endParaRPr lang="en-US" altLang="zh-CN" sz="6000" b="1" dirty="0">
              <a:solidFill>
                <a:srgbClr val="FFFF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60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博士学位论文答辩</a:t>
            </a:r>
          </a:p>
        </p:txBody>
      </p:sp>
      <p:sp>
        <p:nvSpPr>
          <p:cNvPr id="5" name="矩形 4"/>
          <p:cNvSpPr/>
          <p:nvPr/>
        </p:nvSpPr>
        <p:spPr>
          <a:xfrm>
            <a:off x="-1" y="4802908"/>
            <a:ext cx="12192001" cy="20550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2026</a:t>
            </a:r>
            <a:r>
              <a:rPr lang="zh-CN" altLang="en-US" sz="6000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</a:t>
            </a:r>
            <a:r>
              <a:rPr lang="en-US" altLang="zh-CN" sz="5400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6000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月</a:t>
            </a:r>
            <a:r>
              <a:rPr lang="en-US" altLang="zh-CN" sz="5400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27</a:t>
            </a:r>
            <a:r>
              <a:rPr lang="zh-CN" altLang="en-US" sz="6000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日</a:t>
            </a:r>
          </a:p>
        </p:txBody>
      </p:sp>
      <p:sp>
        <p:nvSpPr>
          <p:cNvPr id="6" name="矩形 5"/>
          <p:cNvSpPr/>
          <p:nvPr/>
        </p:nvSpPr>
        <p:spPr>
          <a:xfrm>
            <a:off x="-2" y="0"/>
            <a:ext cx="12192001" cy="15609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0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欢迎各位老师同学参加</a:t>
            </a:r>
          </a:p>
        </p:txBody>
      </p:sp>
    </p:spTree>
    <p:extLst>
      <p:ext uri="{BB962C8B-B14F-4D97-AF65-F5344CB8AC3E}">
        <p14:creationId xmlns:p14="http://schemas.microsoft.com/office/powerpoint/2010/main" val="4109105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" y="2595419"/>
            <a:ext cx="12192001" cy="42625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" y="-1"/>
            <a:ext cx="12192000" cy="36330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60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兰州大学</a:t>
            </a:r>
            <a:r>
              <a:rPr lang="en-US" altLang="zh-CN" sz="60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60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核结构与核天体物理组</a:t>
            </a:r>
            <a:endParaRPr lang="en-US" altLang="zh-CN" sz="6000" b="1" dirty="0">
              <a:solidFill>
                <a:srgbClr val="FFFF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6000" b="1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某某某 博士学位</a:t>
            </a:r>
            <a:r>
              <a:rPr lang="zh-CN" altLang="en-US" sz="60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论文答辩</a:t>
            </a:r>
          </a:p>
        </p:txBody>
      </p:sp>
    </p:spTree>
    <p:extLst>
      <p:ext uri="{BB962C8B-B14F-4D97-AF65-F5344CB8AC3E}">
        <p14:creationId xmlns:p14="http://schemas.microsoft.com/office/powerpoint/2010/main" val="2870501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35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华文新魏</vt:lpstr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Wanli</dc:creator>
  <cp:lastModifiedBy>Wanli Lv</cp:lastModifiedBy>
  <cp:revision>12</cp:revision>
  <dcterms:created xsi:type="dcterms:W3CDTF">2024-11-29T16:28:22Z</dcterms:created>
  <dcterms:modified xsi:type="dcterms:W3CDTF">2026-05-30T10:18:40Z</dcterms:modified>
</cp:coreProperties>
</file>