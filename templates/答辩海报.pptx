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602700" cy="32399288"/>
  <p:notesSz cx="6858000" cy="9144000"/>
  <p:defaultTextStyle>
    <a:defPPr>
      <a:defRPr lang="zh-CN"/>
    </a:defPPr>
    <a:lvl1pPr marL="0" algn="l" defTabSz="2880360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1440180" algn="l" defTabSz="2880360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2880360" algn="l" defTabSz="2880360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4320540" algn="l" defTabSz="2880360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5760720" algn="l" defTabSz="2880360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7200900" algn="l" defTabSz="2880360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8641080" algn="l" defTabSz="2880360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0081260" algn="l" defTabSz="2880360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1521440" algn="l" defTabSz="2880360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5" userDrawn="1">
          <p15:clr>
            <a:srgbClr val="A4A3A4"/>
          </p15:clr>
        </p15:guide>
        <p15:guide id="2" pos="6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FF"/>
    <a:srgbClr val="F8F4FF"/>
    <a:srgbClr val="FAF5FF"/>
    <a:srgbClr val="FFF5FF"/>
    <a:srgbClr val="FFF0FF"/>
    <a:srgbClr val="CCCCFF"/>
    <a:srgbClr val="E3EAF7"/>
    <a:srgbClr val="E3E9FF"/>
    <a:srgbClr val="E3E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22" d="100"/>
          <a:sy n="22" d="100"/>
        </p:scale>
        <p:origin x="2608" y="116"/>
      </p:cViewPr>
      <p:guideLst>
        <p:guide orient="horz" pos="10205"/>
        <p:guide pos="6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C78CB-1B5E-45E4-8F77-9BDCF9B1B0CE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00129" y="1143000"/>
            <a:ext cx="205774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54C86-E2A1-47F6-96E6-F4C0945EDA8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00300" y="1143000"/>
            <a:ext cx="2057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54C86-E2A1-47F6-96E6-F4C0945EDA8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20270" y="10065003"/>
            <a:ext cx="18363058" cy="694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240540" y="18360001"/>
            <a:ext cx="15122519" cy="8280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4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760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200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641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081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522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607B-3E3D-4A91-BF93-BB04F24E6FF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DF96C-0160-4DD9-9D9D-F37ABE225B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607B-3E3D-4A91-BF93-BB04F24E6FF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DF96C-0160-4DD9-9D9D-F37ABE225B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06535" y="20820003"/>
            <a:ext cx="18363058" cy="6435000"/>
          </a:xfrm>
        </p:spPr>
        <p:txBody>
          <a:bodyPr anchor="t"/>
          <a:lstStyle>
            <a:lvl1pPr algn="l">
              <a:defRPr sz="126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06535" y="13732506"/>
            <a:ext cx="18363058" cy="7087498"/>
          </a:xfrm>
        </p:spPr>
        <p:txBody>
          <a:bodyPr anchor="b"/>
          <a:lstStyle>
            <a:lvl1pPr marL="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1pPr>
            <a:lvl2pPr marL="1440180" indent="0">
              <a:buNone/>
              <a:defRPr sz="5700">
                <a:solidFill>
                  <a:schemeClr val="tx1">
                    <a:tint val="75000"/>
                  </a:schemeClr>
                </a:solidFill>
              </a:defRPr>
            </a:lvl2pPr>
            <a:lvl3pPr marL="2880360" indent="0">
              <a:buNone/>
              <a:defRPr sz="5000">
                <a:solidFill>
                  <a:schemeClr val="tx1">
                    <a:tint val="75000"/>
                  </a:schemeClr>
                </a:solidFill>
              </a:defRPr>
            </a:lvl3pPr>
            <a:lvl4pPr marL="4320540" indent="0">
              <a:buNone/>
              <a:defRPr sz="4400">
                <a:solidFill>
                  <a:schemeClr val="tx1">
                    <a:tint val="75000"/>
                  </a:schemeClr>
                </a:solidFill>
              </a:defRPr>
            </a:lvl4pPr>
            <a:lvl5pPr marL="5760720" indent="0">
              <a:buNone/>
              <a:defRPr sz="4400">
                <a:solidFill>
                  <a:schemeClr val="tx1">
                    <a:tint val="75000"/>
                  </a:schemeClr>
                </a:solidFill>
              </a:defRPr>
            </a:lvl5pPr>
            <a:lvl6pPr marL="7200900" indent="0">
              <a:buNone/>
              <a:defRPr sz="4400">
                <a:solidFill>
                  <a:schemeClr val="tx1">
                    <a:tint val="75000"/>
                  </a:schemeClr>
                </a:solidFill>
              </a:defRPr>
            </a:lvl6pPr>
            <a:lvl7pPr marL="8641715" indent="0">
              <a:buNone/>
              <a:defRPr sz="4400">
                <a:solidFill>
                  <a:schemeClr val="tx1">
                    <a:tint val="75000"/>
                  </a:schemeClr>
                </a:solidFill>
              </a:defRPr>
            </a:lvl7pPr>
            <a:lvl8pPr marL="10081895" indent="0">
              <a:buNone/>
              <a:defRPr sz="4400">
                <a:solidFill>
                  <a:schemeClr val="tx1">
                    <a:tint val="75000"/>
                  </a:schemeClr>
                </a:solidFill>
              </a:defRPr>
            </a:lvl8pPr>
            <a:lvl9pPr marL="11522075" indent="0">
              <a:buNone/>
              <a:defRPr sz="4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607B-3E3D-4A91-BF93-BB04F24E6FF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DF96C-0160-4DD9-9D9D-F37ABE225B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50425" y="31755004"/>
            <a:ext cx="22788795" cy="89805005"/>
          </a:xfrm>
        </p:spPr>
        <p:txBody>
          <a:bodyPr/>
          <a:lstStyle>
            <a:lvl1pPr>
              <a:defRPr sz="8800"/>
            </a:lvl1pPr>
            <a:lvl2pPr>
              <a:defRPr sz="7600"/>
            </a:lvl2pPr>
            <a:lvl3pPr>
              <a:defRPr sz="6300"/>
            </a:lvl3pPr>
            <a:lvl4pPr>
              <a:defRPr sz="5700"/>
            </a:lvl4pPr>
            <a:lvl5pPr>
              <a:defRPr sz="5700"/>
            </a:lvl5pPr>
            <a:lvl6pPr>
              <a:defRPr sz="5700"/>
            </a:lvl6pPr>
            <a:lvl7pPr>
              <a:defRPr sz="5700"/>
            </a:lvl7pPr>
            <a:lvl8pPr>
              <a:defRPr sz="5700"/>
            </a:lvl8pPr>
            <a:lvl9pPr>
              <a:defRPr sz="5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5699280" y="31755004"/>
            <a:ext cx="22788795" cy="89805005"/>
          </a:xfrm>
        </p:spPr>
        <p:txBody>
          <a:bodyPr/>
          <a:lstStyle>
            <a:lvl1pPr>
              <a:defRPr sz="8800"/>
            </a:lvl1pPr>
            <a:lvl2pPr>
              <a:defRPr sz="7600"/>
            </a:lvl2pPr>
            <a:lvl3pPr>
              <a:defRPr sz="6300"/>
            </a:lvl3pPr>
            <a:lvl4pPr>
              <a:defRPr sz="5700"/>
            </a:lvl4pPr>
            <a:lvl5pPr>
              <a:defRPr sz="5700"/>
            </a:lvl5pPr>
            <a:lvl6pPr>
              <a:defRPr sz="5700"/>
            </a:lvl6pPr>
            <a:lvl7pPr>
              <a:defRPr sz="5700"/>
            </a:lvl7pPr>
            <a:lvl8pPr>
              <a:defRPr sz="5700"/>
            </a:lvl8pPr>
            <a:lvl9pPr>
              <a:defRPr sz="5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607B-3E3D-4A91-BF93-BB04F24E6FF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DF96C-0160-4DD9-9D9D-F37ABE225B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0180" y="1297503"/>
            <a:ext cx="19443238" cy="5400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80180" y="7252503"/>
            <a:ext cx="9545341" cy="3022497"/>
          </a:xfrm>
        </p:spPr>
        <p:txBody>
          <a:bodyPr anchor="b"/>
          <a:lstStyle>
            <a:lvl1pPr marL="0" indent="0">
              <a:buNone/>
              <a:defRPr sz="7600" b="1"/>
            </a:lvl1pPr>
            <a:lvl2pPr marL="1440180" indent="0">
              <a:buNone/>
              <a:defRPr sz="6300" b="1"/>
            </a:lvl2pPr>
            <a:lvl3pPr marL="2880360" indent="0">
              <a:buNone/>
              <a:defRPr sz="5700" b="1"/>
            </a:lvl3pPr>
            <a:lvl4pPr marL="4320540" indent="0">
              <a:buNone/>
              <a:defRPr sz="5000" b="1"/>
            </a:lvl4pPr>
            <a:lvl5pPr marL="5760720" indent="0">
              <a:buNone/>
              <a:defRPr sz="5000" b="1"/>
            </a:lvl5pPr>
            <a:lvl6pPr marL="7200900" indent="0">
              <a:buNone/>
              <a:defRPr sz="5000" b="1"/>
            </a:lvl6pPr>
            <a:lvl7pPr marL="8641715" indent="0">
              <a:buNone/>
              <a:defRPr sz="5000" b="1"/>
            </a:lvl7pPr>
            <a:lvl8pPr marL="10081895" indent="0">
              <a:buNone/>
              <a:defRPr sz="5000" b="1"/>
            </a:lvl8pPr>
            <a:lvl9pPr marL="11522075" indent="0">
              <a:buNone/>
              <a:defRPr sz="5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80180" y="10275001"/>
            <a:ext cx="9545341" cy="18667504"/>
          </a:xfrm>
        </p:spPr>
        <p:txBody>
          <a:bodyPr/>
          <a:lstStyle>
            <a:lvl1pPr>
              <a:defRPr sz="7600"/>
            </a:lvl1pPr>
            <a:lvl2pPr>
              <a:defRPr sz="6300"/>
            </a:lvl2pPr>
            <a:lvl3pPr>
              <a:defRPr sz="57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0974329" y="7252503"/>
            <a:ext cx="9549090" cy="3022497"/>
          </a:xfrm>
        </p:spPr>
        <p:txBody>
          <a:bodyPr anchor="b"/>
          <a:lstStyle>
            <a:lvl1pPr marL="0" indent="0">
              <a:buNone/>
              <a:defRPr sz="7600" b="1"/>
            </a:lvl1pPr>
            <a:lvl2pPr marL="1440180" indent="0">
              <a:buNone/>
              <a:defRPr sz="6300" b="1"/>
            </a:lvl2pPr>
            <a:lvl3pPr marL="2880360" indent="0">
              <a:buNone/>
              <a:defRPr sz="5700" b="1"/>
            </a:lvl3pPr>
            <a:lvl4pPr marL="4320540" indent="0">
              <a:buNone/>
              <a:defRPr sz="5000" b="1"/>
            </a:lvl4pPr>
            <a:lvl5pPr marL="5760720" indent="0">
              <a:buNone/>
              <a:defRPr sz="5000" b="1"/>
            </a:lvl5pPr>
            <a:lvl6pPr marL="7200900" indent="0">
              <a:buNone/>
              <a:defRPr sz="5000" b="1"/>
            </a:lvl6pPr>
            <a:lvl7pPr marL="8641715" indent="0">
              <a:buNone/>
              <a:defRPr sz="5000" b="1"/>
            </a:lvl7pPr>
            <a:lvl8pPr marL="10081895" indent="0">
              <a:buNone/>
              <a:defRPr sz="5000" b="1"/>
            </a:lvl8pPr>
            <a:lvl9pPr marL="11522075" indent="0">
              <a:buNone/>
              <a:defRPr sz="5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0974329" y="10275001"/>
            <a:ext cx="9549090" cy="18667504"/>
          </a:xfrm>
        </p:spPr>
        <p:txBody>
          <a:bodyPr/>
          <a:lstStyle>
            <a:lvl1pPr>
              <a:defRPr sz="7600"/>
            </a:lvl1pPr>
            <a:lvl2pPr>
              <a:defRPr sz="6300"/>
            </a:lvl2pPr>
            <a:lvl3pPr>
              <a:defRPr sz="57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607B-3E3D-4A91-BF93-BB04F24E6FF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DF96C-0160-4DD9-9D9D-F37ABE225B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607B-3E3D-4A91-BF93-BB04F24E6FF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DF96C-0160-4DD9-9D9D-F37ABE225B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607B-3E3D-4A91-BF93-BB04F24E6FF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DF96C-0160-4DD9-9D9D-F37ABE225B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0181" y="1290000"/>
            <a:ext cx="7107434" cy="5490000"/>
          </a:xfrm>
        </p:spPr>
        <p:txBody>
          <a:bodyPr anchor="b"/>
          <a:lstStyle>
            <a:lvl1pPr algn="l">
              <a:defRPr sz="63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46407" y="1290002"/>
            <a:ext cx="12077011" cy="27652504"/>
          </a:xfrm>
        </p:spPr>
        <p:txBody>
          <a:bodyPr/>
          <a:lstStyle>
            <a:lvl1pPr>
              <a:defRPr sz="10100"/>
            </a:lvl1pPr>
            <a:lvl2pPr>
              <a:defRPr sz="8800"/>
            </a:lvl2pPr>
            <a:lvl3pPr>
              <a:defRPr sz="760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080181" y="6780003"/>
            <a:ext cx="7107434" cy="22162504"/>
          </a:xfrm>
        </p:spPr>
        <p:txBody>
          <a:bodyPr/>
          <a:lstStyle>
            <a:lvl1pPr marL="0" indent="0">
              <a:buNone/>
              <a:defRPr sz="4400"/>
            </a:lvl1pPr>
            <a:lvl2pPr marL="1440180" indent="0">
              <a:buNone/>
              <a:defRPr sz="3800"/>
            </a:lvl2pPr>
            <a:lvl3pPr marL="2880360" indent="0">
              <a:buNone/>
              <a:defRPr sz="3200"/>
            </a:lvl3pPr>
            <a:lvl4pPr marL="4320540" indent="0">
              <a:buNone/>
              <a:defRPr sz="2800"/>
            </a:lvl4pPr>
            <a:lvl5pPr marL="5760720" indent="0">
              <a:buNone/>
              <a:defRPr sz="2800"/>
            </a:lvl5pPr>
            <a:lvl6pPr marL="7200900" indent="0">
              <a:buNone/>
              <a:defRPr sz="2800"/>
            </a:lvl6pPr>
            <a:lvl7pPr marL="8641715" indent="0">
              <a:buNone/>
              <a:defRPr sz="2800"/>
            </a:lvl7pPr>
            <a:lvl8pPr marL="10081895" indent="0">
              <a:buNone/>
              <a:defRPr sz="2800"/>
            </a:lvl8pPr>
            <a:lvl9pPr marL="11522075" indent="0">
              <a:buNone/>
              <a:defRPr sz="2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607B-3E3D-4A91-BF93-BB04F24E6FF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DF96C-0160-4DD9-9D9D-F37ABE225B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34456" y="22680001"/>
            <a:ext cx="12962159" cy="2677503"/>
          </a:xfrm>
        </p:spPr>
        <p:txBody>
          <a:bodyPr anchor="b"/>
          <a:lstStyle>
            <a:lvl1pPr algn="l">
              <a:defRPr sz="63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34456" y="2895000"/>
            <a:ext cx="12962159" cy="19440001"/>
          </a:xfrm>
        </p:spPr>
        <p:txBody>
          <a:bodyPr/>
          <a:lstStyle>
            <a:lvl1pPr marL="0" indent="0">
              <a:buNone/>
              <a:defRPr sz="10100"/>
            </a:lvl1pPr>
            <a:lvl2pPr marL="1440180" indent="0">
              <a:buNone/>
              <a:defRPr sz="8800"/>
            </a:lvl2pPr>
            <a:lvl3pPr marL="2880360" indent="0">
              <a:buNone/>
              <a:defRPr sz="7600"/>
            </a:lvl3pPr>
            <a:lvl4pPr marL="4320540" indent="0">
              <a:buNone/>
              <a:defRPr sz="6300"/>
            </a:lvl4pPr>
            <a:lvl5pPr marL="5760720" indent="0">
              <a:buNone/>
              <a:defRPr sz="6300"/>
            </a:lvl5pPr>
            <a:lvl6pPr marL="7200900" indent="0">
              <a:buNone/>
              <a:defRPr sz="6300"/>
            </a:lvl6pPr>
            <a:lvl7pPr marL="8641715" indent="0">
              <a:buNone/>
              <a:defRPr sz="6300"/>
            </a:lvl7pPr>
            <a:lvl8pPr marL="10081895" indent="0">
              <a:buNone/>
              <a:defRPr sz="6300"/>
            </a:lvl8pPr>
            <a:lvl9pPr marL="11522075" indent="0">
              <a:buNone/>
              <a:defRPr sz="63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234456" y="25357504"/>
            <a:ext cx="12962159" cy="3802497"/>
          </a:xfrm>
        </p:spPr>
        <p:txBody>
          <a:bodyPr/>
          <a:lstStyle>
            <a:lvl1pPr marL="0" indent="0">
              <a:buNone/>
              <a:defRPr sz="4400"/>
            </a:lvl1pPr>
            <a:lvl2pPr marL="1440180" indent="0">
              <a:buNone/>
              <a:defRPr sz="3800"/>
            </a:lvl2pPr>
            <a:lvl3pPr marL="2880360" indent="0">
              <a:buNone/>
              <a:defRPr sz="3200"/>
            </a:lvl3pPr>
            <a:lvl4pPr marL="4320540" indent="0">
              <a:buNone/>
              <a:defRPr sz="2800"/>
            </a:lvl4pPr>
            <a:lvl5pPr marL="5760720" indent="0">
              <a:buNone/>
              <a:defRPr sz="2800"/>
            </a:lvl5pPr>
            <a:lvl6pPr marL="7200900" indent="0">
              <a:buNone/>
              <a:defRPr sz="2800"/>
            </a:lvl6pPr>
            <a:lvl7pPr marL="8641715" indent="0">
              <a:buNone/>
              <a:defRPr sz="2800"/>
            </a:lvl7pPr>
            <a:lvl8pPr marL="10081895" indent="0">
              <a:buNone/>
              <a:defRPr sz="2800"/>
            </a:lvl8pPr>
            <a:lvl9pPr marL="11522075" indent="0">
              <a:buNone/>
              <a:defRPr sz="2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607B-3E3D-4A91-BF93-BB04F24E6FF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DF96C-0160-4DD9-9D9D-F37ABE225B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607B-3E3D-4A91-BF93-BB04F24E6FF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DF96C-0160-4DD9-9D9D-F37ABE225B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7003664" y="5452505"/>
            <a:ext cx="11484412" cy="11610750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50426" y="5452505"/>
            <a:ext cx="34093178" cy="11610750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607B-3E3D-4A91-BF93-BB04F24E6FF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DF96C-0160-4DD9-9D9D-F37ABE225B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80180" y="1297503"/>
            <a:ext cx="19443238" cy="5400000"/>
          </a:xfrm>
          <a:prstGeom prst="rect">
            <a:avLst/>
          </a:prstGeom>
        </p:spPr>
        <p:txBody>
          <a:bodyPr vert="horz" lIns="288036" tIns="144018" rIns="288036" bIns="1440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80180" y="7560003"/>
            <a:ext cx="19443238" cy="21382504"/>
          </a:xfrm>
          <a:prstGeom prst="rect">
            <a:avLst/>
          </a:prstGeom>
        </p:spPr>
        <p:txBody>
          <a:bodyPr vert="horz" lIns="288036" tIns="144018" rIns="288036" bIns="1440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080180" y="30030004"/>
            <a:ext cx="5040840" cy="1725000"/>
          </a:xfrm>
          <a:prstGeom prst="rect">
            <a:avLst/>
          </a:prstGeom>
        </p:spPr>
        <p:txBody>
          <a:bodyPr vert="horz" lIns="288036" tIns="144018" rIns="288036" bIns="144018" rtlCol="0" anchor="ctr"/>
          <a:lstStyle>
            <a:lvl1pPr algn="l">
              <a:defRPr sz="3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4607B-3E3D-4A91-BF93-BB04F24E6FFD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381230" y="30030004"/>
            <a:ext cx="6841139" cy="1725000"/>
          </a:xfrm>
          <a:prstGeom prst="rect">
            <a:avLst/>
          </a:prstGeom>
        </p:spPr>
        <p:txBody>
          <a:bodyPr vert="horz" lIns="288036" tIns="144018" rIns="288036" bIns="144018" rtlCol="0" anchor="ctr"/>
          <a:lstStyle>
            <a:lvl1pPr algn="ctr">
              <a:defRPr sz="3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5482579" y="30030004"/>
            <a:ext cx="5040840" cy="1725000"/>
          </a:xfrm>
          <a:prstGeom prst="rect">
            <a:avLst/>
          </a:prstGeom>
        </p:spPr>
        <p:txBody>
          <a:bodyPr vert="horz" lIns="288036" tIns="144018" rIns="288036" bIns="144018" rtlCol="0" anchor="ctr"/>
          <a:lstStyle>
            <a:lvl1pPr algn="r">
              <a:defRPr sz="3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DF96C-0160-4DD9-9D9D-F37ABE225B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880360" rtl="0" eaLnBrk="1" latinLnBrk="0" hangingPunct="1">
        <a:spcBef>
          <a:spcPct val="0"/>
        </a:spcBef>
        <a:buNone/>
        <a:defRPr sz="1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35" indent="-1080135" algn="l" defTabSz="2880360" rtl="0" eaLnBrk="1" latinLnBrk="0" hangingPunct="1">
        <a:spcBef>
          <a:spcPct val="20000"/>
        </a:spcBef>
        <a:buFont typeface="Arial" panose="020B0604020202090204" pitchFamily="34" charset="0"/>
        <a:buChar char="•"/>
        <a:defRPr sz="10100" kern="1200">
          <a:solidFill>
            <a:schemeClr val="tx1"/>
          </a:solidFill>
          <a:latin typeface="+mn-lt"/>
          <a:ea typeface="+mn-ea"/>
          <a:cs typeface="+mn-cs"/>
        </a:defRPr>
      </a:lvl1pPr>
      <a:lvl2pPr marL="2340610" indent="-900430" algn="l" defTabSz="2880360" rtl="0" eaLnBrk="1" latinLnBrk="0" hangingPunct="1">
        <a:spcBef>
          <a:spcPct val="20000"/>
        </a:spcBef>
        <a:buFont typeface="Arial" panose="020B0604020202090204" pitchFamily="34" charset="0"/>
        <a:buChar char="–"/>
        <a:defRPr sz="8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0" indent="-720090" algn="l" defTabSz="2880360" rtl="0" eaLnBrk="1" latinLnBrk="0" hangingPunct="1">
        <a:spcBef>
          <a:spcPct val="20000"/>
        </a:spcBef>
        <a:buFont typeface="Arial" panose="020B0604020202090204" pitchFamily="34" charset="0"/>
        <a:buChar char="•"/>
        <a:defRPr sz="7600" kern="1200">
          <a:solidFill>
            <a:schemeClr val="tx1"/>
          </a:solidFill>
          <a:latin typeface="+mn-lt"/>
          <a:ea typeface="+mn-ea"/>
          <a:cs typeface="+mn-cs"/>
        </a:defRPr>
      </a:lvl3pPr>
      <a:lvl4pPr marL="5040630" indent="-720090" algn="l" defTabSz="2880360" rtl="0" eaLnBrk="1" latinLnBrk="0" hangingPunct="1">
        <a:spcBef>
          <a:spcPct val="20000"/>
        </a:spcBef>
        <a:buFont typeface="Arial" panose="020B0604020202090204" pitchFamily="34" charset="0"/>
        <a:buChar char="–"/>
        <a:defRPr sz="6300" kern="1200">
          <a:solidFill>
            <a:schemeClr val="tx1"/>
          </a:solidFill>
          <a:latin typeface="+mn-lt"/>
          <a:ea typeface="+mn-ea"/>
          <a:cs typeface="+mn-cs"/>
        </a:defRPr>
      </a:lvl4pPr>
      <a:lvl5pPr marL="6480810" indent="-720090" algn="l" defTabSz="2880360" rtl="0" eaLnBrk="1" latinLnBrk="0" hangingPunct="1">
        <a:spcBef>
          <a:spcPct val="20000"/>
        </a:spcBef>
        <a:buFont typeface="Arial" panose="020B0604020202090204" pitchFamily="34" charset="0"/>
        <a:buChar char="»"/>
        <a:defRPr sz="6300" kern="1200">
          <a:solidFill>
            <a:schemeClr val="tx1"/>
          </a:solidFill>
          <a:latin typeface="+mn-lt"/>
          <a:ea typeface="+mn-ea"/>
          <a:cs typeface="+mn-cs"/>
        </a:defRPr>
      </a:lvl5pPr>
      <a:lvl6pPr marL="7921625" indent="-720090" algn="l" defTabSz="2880360" rtl="0" eaLnBrk="1" latinLnBrk="0" hangingPunct="1">
        <a:spcBef>
          <a:spcPct val="20000"/>
        </a:spcBef>
        <a:buFont typeface="Arial" panose="020B060402020209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6pPr>
      <a:lvl7pPr marL="9361805" indent="-720090" algn="l" defTabSz="2880360" rtl="0" eaLnBrk="1" latinLnBrk="0" hangingPunct="1">
        <a:spcBef>
          <a:spcPct val="20000"/>
        </a:spcBef>
        <a:buFont typeface="Arial" panose="020B060402020209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1985" indent="-720090" algn="l" defTabSz="2880360" rtl="0" eaLnBrk="1" latinLnBrk="0" hangingPunct="1">
        <a:spcBef>
          <a:spcPct val="20000"/>
        </a:spcBef>
        <a:buFont typeface="Arial" panose="020B060402020209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8pPr>
      <a:lvl9pPr marL="12242165" indent="-720090" algn="l" defTabSz="2880360" rtl="0" eaLnBrk="1" latinLnBrk="0" hangingPunct="1">
        <a:spcBef>
          <a:spcPct val="20000"/>
        </a:spcBef>
        <a:buFont typeface="Arial" panose="020B060402020209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880360" rtl="0" eaLnBrk="1" latinLnBrk="0" hangingPunct="1">
        <a:defRPr sz="57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0" algn="l" defTabSz="2880360" rtl="0" eaLnBrk="1" latinLnBrk="0" hangingPunct="1">
        <a:defRPr sz="5700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0" algn="l" defTabSz="2880360" rtl="0" eaLnBrk="1" latinLnBrk="0" hangingPunct="1">
        <a:defRPr sz="5700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0" algn="l" defTabSz="2880360" rtl="0" eaLnBrk="1" latinLnBrk="0" hangingPunct="1">
        <a:defRPr sz="5700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0" algn="l" defTabSz="2880360" rtl="0" eaLnBrk="1" latinLnBrk="0" hangingPunct="1">
        <a:defRPr sz="5700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0" algn="l" defTabSz="2880360" rtl="0" eaLnBrk="1" latinLnBrk="0" hangingPunct="1">
        <a:defRPr sz="5700" kern="1200">
          <a:solidFill>
            <a:schemeClr val="tx1"/>
          </a:solidFill>
          <a:latin typeface="+mn-lt"/>
          <a:ea typeface="+mn-ea"/>
          <a:cs typeface="+mn-cs"/>
        </a:defRPr>
      </a:lvl6pPr>
      <a:lvl7pPr marL="8641715" algn="l" defTabSz="2880360" rtl="0" eaLnBrk="1" latinLnBrk="0" hangingPunct="1">
        <a:defRPr sz="5700" kern="1200">
          <a:solidFill>
            <a:schemeClr val="tx1"/>
          </a:solidFill>
          <a:latin typeface="+mn-lt"/>
          <a:ea typeface="+mn-ea"/>
          <a:cs typeface="+mn-cs"/>
        </a:defRPr>
      </a:lvl7pPr>
      <a:lvl8pPr marL="10081895" algn="l" defTabSz="2880360" rtl="0" eaLnBrk="1" latinLnBrk="0" hangingPunct="1">
        <a:defRPr sz="5700" kern="1200">
          <a:solidFill>
            <a:schemeClr val="tx1"/>
          </a:solidFill>
          <a:latin typeface="+mn-lt"/>
          <a:ea typeface="+mn-ea"/>
          <a:cs typeface="+mn-cs"/>
        </a:defRPr>
      </a:lvl8pPr>
      <a:lvl9pPr marL="11522075" algn="l" defTabSz="2880360" rtl="0" eaLnBrk="1" latinLnBrk="0" hangingPunct="1">
        <a:defRPr sz="5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36" b="27193"/>
          <a:stretch>
            <a:fillRect/>
          </a:stretch>
        </p:blipFill>
        <p:spPr>
          <a:xfrm>
            <a:off x="0" y="26791285"/>
            <a:ext cx="21602700" cy="5648325"/>
          </a:xfrm>
          <a:prstGeom prst="rect">
            <a:avLst/>
          </a:prstGeom>
        </p:spPr>
      </p:pic>
      <p:pic>
        <p:nvPicPr>
          <p:cNvPr id="2" name="Picture 2" descr="D:\用户目录\Downloads\banner1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585" b="11577"/>
          <a:stretch>
            <a:fillRect/>
          </a:stretch>
        </p:blipFill>
        <p:spPr bwMode="auto">
          <a:xfrm>
            <a:off x="0" y="-13335"/>
            <a:ext cx="21602700" cy="2932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/>
          <p:cNvSpPr txBox="1"/>
          <p:nvPr/>
        </p:nvSpPr>
        <p:spPr>
          <a:xfrm>
            <a:off x="655546" y="3708581"/>
            <a:ext cx="20330719" cy="3426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3000"/>
              </a:lnSpc>
            </a:pPr>
            <a:r>
              <a:rPr lang="zh-CN" altLang="en-US" sz="10800" b="1" spc="2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核科学与技术学院博士研究生</a:t>
            </a:r>
            <a:endParaRPr lang="en-US" altLang="zh-CN" sz="10800" b="1" spc="2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13000"/>
              </a:lnSpc>
            </a:pPr>
            <a:r>
              <a:rPr lang="zh-CN" altLang="en-US" sz="10800" b="1" spc="2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学位论文答辩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224914" y="8566785"/>
            <a:ext cx="20017595" cy="167813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auto">
              <a:lnSpc>
                <a:spcPts val="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 dirty="0">
                <a:latin typeface="方正大黑简体" panose="03000509000000000000" charset="-122"/>
                <a:ea typeface="方正大黑简体" panose="03000509000000000000" charset="-122"/>
                <a:cs typeface="方正大黑简体" panose="03000509000000000000" charset="-122"/>
              </a:rPr>
              <a:t>答  辩 人：</a:t>
            </a:r>
            <a:r>
              <a:rPr lang="en-US" altLang="zh-CN" sz="4800" b="1" dirty="0">
                <a:latin typeface="方正大黑简体" panose="03000509000000000000" charset="-122"/>
                <a:ea typeface="方正大黑简体" panose="03000509000000000000" charset="-122"/>
                <a:cs typeface="方正大黑简体" panose="03000509000000000000" charset="-122"/>
              </a:rPr>
              <a:t>**</a:t>
            </a:r>
          </a:p>
          <a:p>
            <a:pPr fontAlgn="auto">
              <a:lnSpc>
                <a:spcPts val="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 dirty="0">
                <a:latin typeface="方正大黑简体" panose="03000509000000000000" charset="-122"/>
                <a:ea typeface="方正大黑简体" panose="03000509000000000000" charset="-122"/>
                <a:cs typeface="方正大黑简体" panose="03000509000000000000" charset="-122"/>
              </a:rPr>
              <a:t>论文题目：</a:t>
            </a:r>
            <a:r>
              <a:rPr lang="en-US" altLang="zh-CN" sz="4800" b="1" dirty="0">
                <a:ea typeface="方正大黑简体" panose="03000509000000000000" charset="-122"/>
              </a:rPr>
              <a:t>**</a:t>
            </a:r>
          </a:p>
          <a:p>
            <a:pPr>
              <a:lnSpc>
                <a:spcPts val="12000"/>
              </a:lnSpc>
            </a:pPr>
            <a:r>
              <a:rPr lang="zh-CN" altLang="en-US" sz="4800" b="1" dirty="0">
                <a:latin typeface="方正大黑简体" panose="03000509000000000000" charset="-122"/>
                <a:ea typeface="方正大黑简体" panose="03000509000000000000" charset="-122"/>
                <a:cs typeface="方正大黑简体" panose="03000509000000000000" charset="-122"/>
              </a:rPr>
              <a:t>指导老师：</a:t>
            </a:r>
            <a:r>
              <a:rPr lang="en-US" altLang="zh-CN" sz="4800" b="1" dirty="0">
                <a:latin typeface="方正大黑简体" panose="03000509000000000000" charset="-122"/>
                <a:ea typeface="方正大黑简体" panose="03000509000000000000" charset="-122"/>
                <a:cs typeface="方正大黑简体" panose="03000509000000000000" charset="-122"/>
              </a:rPr>
              <a:t>**</a:t>
            </a:r>
            <a:r>
              <a:rPr lang="zh-CN" altLang="en-US" sz="4800" b="1" dirty="0">
                <a:latin typeface="方正大黑简体" panose="03000509000000000000" charset="-122"/>
                <a:ea typeface="方正大黑简体" panose="03000509000000000000" charset="-122"/>
                <a:cs typeface="方正大黑简体" panose="03000509000000000000" charset="-122"/>
              </a:rPr>
              <a:t> </a:t>
            </a:r>
            <a:r>
              <a:rPr lang="zh-CN" altLang="en-US" sz="4800" b="1" kern="1200" dirty="0">
                <a:solidFill>
                  <a:schemeClr val="tx1"/>
                </a:solidFill>
                <a:latin typeface="方正大黑简体" panose="03000509000000000000" charset="-122"/>
                <a:ea typeface="方正大黑简体" panose="03000509000000000000" charset="-122"/>
                <a:cs typeface="方正大黑简体" panose="03000509000000000000" charset="-122"/>
              </a:rPr>
              <a:t>教授</a:t>
            </a:r>
            <a:endParaRPr lang="en-US" altLang="zh-CN" sz="4800" b="1" kern="1200" dirty="0">
              <a:solidFill>
                <a:schemeClr val="tx1"/>
              </a:solidFill>
              <a:latin typeface="方正大黑简体" panose="03000509000000000000" charset="-122"/>
              <a:ea typeface="方正大黑简体" panose="03000509000000000000" charset="-122"/>
              <a:cs typeface="方正大黑简体" panose="03000509000000000000" charset="-122"/>
            </a:endParaRPr>
          </a:p>
          <a:p>
            <a:pPr>
              <a:lnSpc>
                <a:spcPts val="12000"/>
              </a:lnSpc>
            </a:pPr>
            <a:endParaRPr lang="en-US" altLang="zh-CN" sz="4800" b="1" kern="1200" dirty="0">
              <a:solidFill>
                <a:schemeClr val="tx1"/>
              </a:solidFill>
              <a:latin typeface="方正大黑简体" panose="03000509000000000000" charset="-122"/>
              <a:ea typeface="方正大黑简体" panose="03000509000000000000" charset="-122"/>
              <a:cs typeface="方正大黑简体" panose="03000509000000000000" charset="-122"/>
            </a:endParaRPr>
          </a:p>
          <a:p>
            <a:pPr fontAlgn="auto">
              <a:lnSpc>
                <a:spcPts val="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 dirty="0">
                <a:latin typeface="方正大黑简体" panose="03000509000000000000" charset="-122"/>
                <a:ea typeface="方正大黑简体" panose="03000509000000000000" charset="-122"/>
                <a:cs typeface="方正大黑简体" panose="03000509000000000000" charset="-122"/>
              </a:rPr>
              <a:t> </a:t>
            </a:r>
            <a:endParaRPr lang="en-US" altLang="zh-CN" sz="4800" b="1" dirty="0">
              <a:latin typeface="方正大黑简体" panose="03000509000000000000" charset="-122"/>
              <a:ea typeface="方正大黑简体" panose="03000509000000000000" charset="-122"/>
              <a:cs typeface="方正大黑简体" panose="03000509000000000000" charset="-122"/>
            </a:endParaRPr>
          </a:p>
          <a:p>
            <a:pPr fontAlgn="auto">
              <a:lnSpc>
                <a:spcPts val="12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4800" b="1" dirty="0">
              <a:latin typeface="方正大黑简体" panose="03000509000000000000" charset="-122"/>
              <a:ea typeface="方正大黑简体" panose="03000509000000000000" charset="-122"/>
              <a:cs typeface="方正大黑简体" panose="03000509000000000000" charset="-122"/>
            </a:endParaRPr>
          </a:p>
          <a:p>
            <a:pPr fontAlgn="auto">
              <a:lnSpc>
                <a:spcPts val="12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4800" b="1" dirty="0">
              <a:latin typeface="方正大黑简体" panose="03000509000000000000" charset="-122"/>
              <a:ea typeface="方正大黑简体" panose="03000509000000000000" charset="-122"/>
              <a:cs typeface="方正大黑简体" panose="03000509000000000000" charset="-122"/>
            </a:endParaRPr>
          </a:p>
          <a:p>
            <a:pPr fontAlgn="auto">
              <a:lnSpc>
                <a:spcPts val="12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4800" b="1" dirty="0">
              <a:latin typeface="方正大黑简体" panose="03000509000000000000" charset="-122"/>
              <a:ea typeface="方正大黑简体" panose="03000509000000000000" charset="-122"/>
              <a:cs typeface="方正大黑简体" panose="03000509000000000000" charset="-122"/>
            </a:endParaRPr>
          </a:p>
          <a:p>
            <a:pPr fontAlgn="auto">
              <a:lnSpc>
                <a:spcPts val="12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4800" b="1" dirty="0">
              <a:latin typeface="方正大黑简体" panose="03000509000000000000" charset="-122"/>
              <a:ea typeface="方正大黑简体" panose="03000509000000000000" charset="-122"/>
              <a:cs typeface="方正大黑简体" panose="03000509000000000000" charset="-122"/>
            </a:endParaRPr>
          </a:p>
          <a:p>
            <a:pPr fontAlgn="auto">
              <a:lnSpc>
                <a:spcPts val="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 dirty="0">
                <a:latin typeface="方正大黑简体" panose="03000509000000000000" charset="-122"/>
                <a:ea typeface="方正大黑简体" panose="03000509000000000000" charset="-122"/>
                <a:cs typeface="方正大黑简体" panose="03000509000000000000" charset="-122"/>
              </a:rPr>
              <a:t>答辩地点：</a:t>
            </a:r>
            <a:r>
              <a:rPr lang="zh-CN" altLang="en-US" sz="4800" b="1" dirty="0">
                <a:latin typeface="Times New Roman" panose="02020603050405020304" pitchFamily="18" charset="0"/>
                <a:ea typeface="方正大黑简体" panose="03000509000000000000" charset="-122"/>
                <a:cs typeface="Times New Roman" panose="02020603050405020304" pitchFamily="18" charset="0"/>
              </a:rPr>
              <a:t>兰州大学 </a:t>
            </a:r>
            <a:r>
              <a:rPr lang="en-US" altLang="zh-CN" sz="4800" b="1" dirty="0">
                <a:latin typeface="Times New Roman" panose="02020603050405020304" pitchFamily="18" charset="0"/>
                <a:ea typeface="方正大黑简体" panose="03000509000000000000" charset="-122"/>
                <a:cs typeface="Times New Roman" panose="02020603050405020304" pitchFamily="18" charset="0"/>
              </a:rPr>
              <a:t>**</a:t>
            </a:r>
            <a:r>
              <a:rPr lang="zh-CN" altLang="en-US" sz="4800" b="1" dirty="0">
                <a:latin typeface="Times New Roman" panose="02020603050405020304" pitchFamily="18" charset="0"/>
                <a:ea typeface="方正大黑简体" panose="03000509000000000000" charset="-122"/>
                <a:cs typeface="Times New Roman" panose="02020603050405020304" pitchFamily="18" charset="0"/>
              </a:rPr>
              <a:t>楼  </a:t>
            </a:r>
            <a:r>
              <a:rPr lang="en-US" altLang="zh-CN" sz="4800" b="1" dirty="0">
                <a:latin typeface="Times New Roman" panose="02020603050405020304" pitchFamily="18" charset="0"/>
                <a:ea typeface="方正大黑简体" panose="03000509000000000000" charset="-122"/>
                <a:cs typeface="Times New Roman" panose="02020603050405020304" pitchFamily="18" charset="0"/>
              </a:rPr>
              <a:t>***</a:t>
            </a:r>
            <a:r>
              <a:rPr lang="zh-CN" altLang="en-US" sz="4800" b="1" dirty="0">
                <a:latin typeface="Times New Roman" panose="02020603050405020304" pitchFamily="18" charset="0"/>
                <a:ea typeface="方正大黑简体" panose="03000509000000000000" charset="-122"/>
                <a:cs typeface="Times New Roman" panose="02020603050405020304" pitchFamily="18" charset="0"/>
              </a:rPr>
              <a:t>会议室</a:t>
            </a:r>
          </a:p>
          <a:p>
            <a:pPr fontAlgn="auto">
              <a:lnSpc>
                <a:spcPts val="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800" b="1" dirty="0">
                <a:latin typeface="方正大黑简体" panose="03000509000000000000" charset="-122"/>
                <a:ea typeface="方正大黑简体" panose="03000509000000000000" charset="-122"/>
                <a:cs typeface="方正大黑简体" panose="03000509000000000000" charset="-122"/>
              </a:rPr>
              <a:t>答辩时间：</a:t>
            </a:r>
            <a:r>
              <a:rPr lang="en-US" altLang="zh-CN" sz="4800" b="1" dirty="0">
                <a:latin typeface="Times New Roman" panose="02020603050405020304" pitchFamily="18" charset="0"/>
                <a:ea typeface="方正大黑简体" panose="03000509000000000000" charset="-122"/>
                <a:cs typeface="Times New Roman" panose="02020603050405020304" pitchFamily="18" charset="0"/>
              </a:rPr>
              <a:t>2026</a:t>
            </a:r>
            <a:r>
              <a:rPr lang="zh-CN" altLang="en-US" sz="4800" b="1" dirty="0">
                <a:latin typeface="Times New Roman" panose="02020603050405020304" pitchFamily="18" charset="0"/>
                <a:ea typeface="方正大黑简体" panose="03000509000000000000" charset="-122"/>
                <a:cs typeface="Times New Roman" panose="02020603050405020304" pitchFamily="18" charset="0"/>
              </a:rPr>
              <a:t>年</a:t>
            </a:r>
            <a:r>
              <a:rPr lang="en-US" altLang="zh-CN" sz="4800" b="1" dirty="0">
                <a:latin typeface="Times New Roman" panose="02020603050405020304" pitchFamily="18" charset="0"/>
                <a:ea typeface="方正大黑简体" panose="03000509000000000000" charset="-122"/>
                <a:cs typeface="Times New Roman" panose="02020603050405020304" pitchFamily="18" charset="0"/>
              </a:rPr>
              <a:t>5</a:t>
            </a:r>
            <a:r>
              <a:rPr lang="zh-CN" altLang="en-US" sz="4800" b="1" dirty="0">
                <a:latin typeface="Times New Roman" panose="02020603050405020304" pitchFamily="18" charset="0"/>
                <a:ea typeface="方正大黑简体" panose="03000509000000000000" charset="-122"/>
                <a:cs typeface="Times New Roman" panose="02020603050405020304" pitchFamily="18" charset="0"/>
              </a:rPr>
              <a:t>月</a:t>
            </a:r>
            <a:r>
              <a:rPr lang="en-US" altLang="zh-CN" sz="4800" b="1" dirty="0">
                <a:latin typeface="Times New Roman" panose="02020603050405020304" pitchFamily="18" charset="0"/>
                <a:ea typeface="方正大黑简体" panose="03000509000000000000" charset="-122"/>
                <a:cs typeface="Times New Roman" panose="02020603050405020304" pitchFamily="18" charset="0"/>
              </a:rPr>
              <a:t>28</a:t>
            </a:r>
            <a:r>
              <a:rPr lang="zh-CN" altLang="en-US" sz="4800" b="1" dirty="0">
                <a:latin typeface="Times New Roman" panose="02020603050405020304" pitchFamily="18" charset="0"/>
                <a:ea typeface="方正大黑简体" panose="03000509000000000000" charset="-122"/>
                <a:cs typeface="Times New Roman" panose="02020603050405020304" pitchFamily="18" charset="0"/>
              </a:rPr>
              <a:t>日   上午 </a:t>
            </a:r>
            <a:r>
              <a:rPr lang="en-US" altLang="zh-CN" sz="4800" b="1" dirty="0">
                <a:latin typeface="Times New Roman" panose="02020603050405020304" pitchFamily="18" charset="0"/>
                <a:ea typeface="方正大黑简体" panose="03000509000000000000" charset="-122"/>
                <a:cs typeface="Times New Roman" panose="02020603050405020304" pitchFamily="18" charset="0"/>
              </a:rPr>
              <a:t>8:30 — 12:00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944769" y="27721163"/>
            <a:ext cx="17785080" cy="1614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900" i="1" dirty="0">
                <a:solidFill>
                  <a:srgbClr val="FF0000"/>
                </a:solidFill>
                <a:latin typeface="报隶-简" panose="02010600040101010101" charset="-122"/>
                <a:ea typeface="报隶-简" panose="02010600040101010101" charset="-122"/>
              </a:rPr>
              <a:t>欢迎广大师生光临指导与交流</a:t>
            </a:r>
            <a:r>
              <a:rPr lang="zh-CN" altLang="en-US" sz="9900" i="1" dirty="0">
                <a:solidFill>
                  <a:srgbClr val="FF0000"/>
                </a:solidFill>
                <a:latin typeface="报隶-简" panose="02010600040101010101" charset="-122"/>
                <a:ea typeface="报隶-简" panose="02010600040101010101" charset="-122"/>
                <a:cs typeface="Times New Roman" panose="02020603050405020304" pitchFamily="18" charset="0"/>
              </a:rPr>
              <a:t>！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667664"/>
              </p:ext>
            </p:extLst>
          </p:nvPr>
        </p:nvGraphicFramePr>
        <p:xfrm>
          <a:off x="1296294" y="13391332"/>
          <a:ext cx="18495856" cy="90370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86837">
                  <a:extLst>
                    <a:ext uri="{9D8B030D-6E8A-4147-A177-3AD203B41FA5}">
                      <a16:colId xmlns:a16="http://schemas.microsoft.com/office/drawing/2014/main" val="1631352796"/>
                    </a:ext>
                  </a:extLst>
                </a:gridCol>
                <a:gridCol w="2457979">
                  <a:extLst>
                    <a:ext uri="{9D8B030D-6E8A-4147-A177-3AD203B41FA5}">
                      <a16:colId xmlns:a16="http://schemas.microsoft.com/office/drawing/2014/main" val="3335995990"/>
                    </a:ext>
                  </a:extLst>
                </a:gridCol>
                <a:gridCol w="7776864">
                  <a:extLst>
                    <a:ext uri="{9D8B030D-6E8A-4147-A177-3AD203B41FA5}">
                      <a16:colId xmlns:a16="http://schemas.microsoft.com/office/drawing/2014/main" val="2203991872"/>
                    </a:ext>
                  </a:extLst>
                </a:gridCol>
                <a:gridCol w="3374176">
                  <a:extLst>
                    <a:ext uri="{9D8B030D-6E8A-4147-A177-3AD203B41FA5}">
                      <a16:colId xmlns:a16="http://schemas.microsoft.com/office/drawing/2014/main" val="3612963356"/>
                    </a:ext>
                  </a:extLst>
                </a:gridCol>
              </a:tblGrid>
              <a:tr h="1296270">
                <a:tc>
                  <a:txBody>
                    <a:bodyPr/>
                    <a:lstStyle/>
                    <a:p>
                      <a:pPr marL="0" algn="ctr" defTabSz="2880360" rtl="0" eaLnBrk="1" latinLnBrk="0" hangingPunct="1"/>
                      <a:r>
                        <a:rPr lang="zh-CN" altLang="en-US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答辩委员会主席：</a:t>
                      </a:r>
                      <a:endParaRPr lang="zh-CN" altLang="en-US" sz="4800" b="1" kern="1200" dirty="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2880360" rtl="0" eaLnBrk="1" latinLnBrk="0" hangingPunct="1"/>
                      <a:r>
                        <a:rPr lang="en-US" altLang="zh-CN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***</a:t>
                      </a:r>
                      <a:endParaRPr lang="zh-CN" altLang="en-US" sz="4800" b="1" kern="1200" dirty="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2880360" rtl="0" eaLnBrk="1" latinLnBrk="0" hangingPunct="1"/>
                      <a:r>
                        <a:rPr lang="en-US" altLang="zh-CN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**</a:t>
                      </a:r>
                      <a:r>
                        <a:rPr lang="zh-CN" altLang="en-US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大学</a:t>
                      </a:r>
                      <a:endParaRPr lang="zh-CN" altLang="en-US" sz="4800" b="1" kern="1200" dirty="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28803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教   授</a:t>
                      </a:r>
                      <a:endParaRPr lang="en-US" altLang="zh-CN" sz="4800" b="1" kern="1200" dirty="0">
                        <a:solidFill>
                          <a:schemeClr val="tx1"/>
                        </a:solidFill>
                        <a:latin typeface="方正大黑简体" panose="03000509000000000000" charset="-122"/>
                        <a:ea typeface="方正大黑简体" panose="03000509000000000000" charset="-122"/>
                        <a:cs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8157142"/>
                  </a:ext>
                </a:extLst>
              </a:tr>
              <a:tr h="1548151">
                <a:tc>
                  <a:txBody>
                    <a:bodyPr/>
                    <a:lstStyle/>
                    <a:p>
                      <a:pPr marL="0" marR="0" lvl="0" indent="0" algn="ctr" defTabSz="28803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4800" b="1" kern="120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答辩委员会委员：</a:t>
                      </a:r>
                      <a:endParaRPr lang="zh-CN" altLang="en-US" sz="4800" b="1" kern="1200" dirty="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2880360" rtl="0" eaLnBrk="1" latinLnBrk="0" hangingPunct="1"/>
                      <a:r>
                        <a:rPr lang="en-US" altLang="zh-CN" sz="4800" b="1" kern="1200" dirty="0">
                          <a:solidFill>
                            <a:schemeClr val="tx1"/>
                          </a:solidFill>
                          <a:ea typeface="方正大黑简体" panose="03000509000000000000" charset="-122"/>
                        </a:rPr>
                        <a:t>***</a:t>
                      </a:r>
                      <a:endParaRPr lang="zh-CN" altLang="en-US" sz="4800" b="1" kern="1200" dirty="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2880360" rtl="0" eaLnBrk="1" latinLnBrk="0" hangingPunct="1"/>
                      <a:r>
                        <a:rPr lang="en-US" altLang="zh-CN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**</a:t>
                      </a:r>
                      <a:r>
                        <a:rPr lang="zh-CN" altLang="en-US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大学</a:t>
                      </a:r>
                      <a:endParaRPr lang="zh-CN" altLang="en-US" sz="4800" b="1" kern="1200" dirty="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28803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教   授</a:t>
                      </a:r>
                      <a:endParaRPr lang="en-US" altLang="zh-CN" sz="4800" b="1" kern="1200" dirty="0">
                        <a:solidFill>
                          <a:schemeClr val="tx1"/>
                        </a:solidFill>
                        <a:latin typeface="方正大黑简体" panose="03000509000000000000" charset="-122"/>
                        <a:ea typeface="方正大黑简体" panose="03000509000000000000" charset="-122"/>
                        <a:cs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0526807"/>
                  </a:ext>
                </a:extLst>
              </a:tr>
              <a:tr h="1548151">
                <a:tc>
                  <a:txBody>
                    <a:bodyPr/>
                    <a:lstStyle/>
                    <a:p>
                      <a:pPr marL="0" algn="ctr" defTabSz="2880360" rtl="0" eaLnBrk="1" latinLnBrk="0" hangingPunct="1"/>
                      <a:endParaRPr lang="zh-CN" altLang="en-US" sz="4800" b="1" kern="120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2880360" rtl="0" eaLnBrk="1" latinLnBrk="0" hangingPunct="1"/>
                      <a:r>
                        <a:rPr lang="en-US" altLang="zh-CN" sz="4800" b="1" kern="1200" dirty="0">
                          <a:solidFill>
                            <a:schemeClr val="tx1"/>
                          </a:solidFill>
                          <a:ea typeface="方正大黑简体" panose="03000509000000000000" charset="-122"/>
                        </a:rPr>
                        <a:t>***</a:t>
                      </a:r>
                      <a:endParaRPr lang="zh-CN" altLang="en-US" sz="4800" b="1" kern="1200" dirty="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2880360" rtl="0" eaLnBrk="1" latinLnBrk="0" hangingPunct="1"/>
                      <a:r>
                        <a:rPr lang="en-US" altLang="zh-CN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***</a:t>
                      </a:r>
                      <a:r>
                        <a:rPr lang="zh-CN" altLang="en-US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研究所</a:t>
                      </a:r>
                      <a:endParaRPr lang="zh-CN" altLang="en-US" sz="4800" b="1" kern="1200" dirty="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2880360" rtl="0" eaLnBrk="1" latinLnBrk="0" hangingPunct="1"/>
                      <a:r>
                        <a:rPr lang="zh-CN" altLang="en-US" sz="4800" b="1" kern="1200" dirty="0">
                          <a:solidFill>
                            <a:schemeClr val="tx1"/>
                          </a:solidFill>
                          <a:ea typeface="方正大黑简体" panose="03000509000000000000" charset="-122"/>
                        </a:rPr>
                        <a:t>研究员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3263230"/>
                  </a:ext>
                </a:extLst>
              </a:tr>
              <a:tr h="1548151">
                <a:tc>
                  <a:txBody>
                    <a:bodyPr/>
                    <a:lstStyle/>
                    <a:p>
                      <a:pPr marL="0" algn="ctr" defTabSz="2880360" rtl="0" eaLnBrk="1" latinLnBrk="0" hangingPunct="1"/>
                      <a:endParaRPr lang="zh-CN" altLang="en-US" sz="4800" b="1" kern="1200" dirty="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8803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4800" b="1" kern="1200" dirty="0">
                          <a:solidFill>
                            <a:schemeClr val="tx1"/>
                          </a:solidFill>
                          <a:ea typeface="方正大黑简体" panose="03000509000000000000" charset="-122"/>
                        </a:rPr>
                        <a:t>***</a:t>
                      </a:r>
                      <a:endParaRPr lang="zh-CN" altLang="en-US" sz="4800" b="1" kern="1200" dirty="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2880360" rtl="0" eaLnBrk="1" latinLnBrk="0" hangingPunct="1"/>
                      <a:r>
                        <a:rPr lang="en-US" altLang="zh-CN" sz="4800" b="1" kern="1200" dirty="0">
                          <a:solidFill>
                            <a:schemeClr val="tx1"/>
                          </a:solidFill>
                          <a:ea typeface="方正大黑简体" panose="03000509000000000000" charset="-122"/>
                        </a:rPr>
                        <a:t>**</a:t>
                      </a:r>
                      <a:r>
                        <a:rPr lang="zh-CN" altLang="en-US" sz="4800" b="1" kern="1200" dirty="0">
                          <a:solidFill>
                            <a:schemeClr val="tx1"/>
                          </a:solidFill>
                          <a:ea typeface="方正大黑简体" panose="03000509000000000000" charset="-122"/>
                        </a:rPr>
                        <a:t>大学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28803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教   授</a:t>
                      </a:r>
                      <a:endParaRPr lang="en-US" altLang="zh-CN" sz="4800" b="1" kern="1200" dirty="0">
                        <a:solidFill>
                          <a:schemeClr val="tx1"/>
                        </a:solidFill>
                        <a:latin typeface="方正大黑简体" panose="03000509000000000000" charset="-122"/>
                        <a:ea typeface="方正大黑简体" panose="03000509000000000000" charset="-122"/>
                        <a:cs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3504874"/>
                  </a:ext>
                </a:extLst>
              </a:tr>
              <a:tr h="1548151">
                <a:tc>
                  <a:txBody>
                    <a:bodyPr/>
                    <a:lstStyle/>
                    <a:p>
                      <a:pPr marL="0" algn="ctr" defTabSz="2880360" rtl="0" eaLnBrk="1" latinLnBrk="0" hangingPunct="1"/>
                      <a:endParaRPr lang="zh-CN" altLang="en-US" sz="4800" b="1" kern="1200" dirty="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8803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4800" b="1" kern="1200" dirty="0">
                          <a:solidFill>
                            <a:schemeClr val="tx1"/>
                          </a:solidFill>
                          <a:ea typeface="方正大黑简体" panose="03000509000000000000" charset="-122"/>
                        </a:rPr>
                        <a:t>***</a:t>
                      </a:r>
                      <a:endParaRPr lang="zh-CN" altLang="en-US" sz="4800" b="1" kern="1200" dirty="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2880360" rtl="0" eaLnBrk="1" latinLnBrk="0" hangingPunct="1"/>
                      <a:r>
                        <a:rPr lang="en-US" altLang="zh-CN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**</a:t>
                      </a:r>
                      <a:r>
                        <a:rPr lang="zh-CN" altLang="en-US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大学</a:t>
                      </a:r>
                      <a:endParaRPr lang="zh-CN" altLang="en-US" sz="4800" b="1" kern="1200" dirty="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28803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教   授</a:t>
                      </a:r>
                      <a:endParaRPr lang="en-US" altLang="zh-CN" sz="4800" b="1" kern="1200" dirty="0">
                        <a:solidFill>
                          <a:schemeClr val="tx1"/>
                        </a:solidFill>
                        <a:latin typeface="方正大黑简体" panose="03000509000000000000" charset="-122"/>
                        <a:ea typeface="方正大黑简体" panose="03000509000000000000" charset="-122"/>
                        <a:cs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8471529"/>
                  </a:ext>
                </a:extLst>
              </a:tr>
              <a:tr h="1548151">
                <a:tc>
                  <a:txBody>
                    <a:bodyPr/>
                    <a:lstStyle/>
                    <a:p>
                      <a:pPr marL="0" algn="ctr" defTabSz="2880360" rtl="0" eaLnBrk="1" latinLnBrk="0" hangingPunct="1"/>
                      <a:r>
                        <a:rPr lang="zh-CN" altLang="en-US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答辩委员会秘书：</a:t>
                      </a:r>
                      <a:endParaRPr lang="zh-CN" altLang="en-US" sz="4800" b="1" kern="1200" dirty="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2880360" rtl="0" eaLnBrk="1" latinLnBrk="0" hangingPunct="1"/>
                      <a:r>
                        <a:rPr lang="en-US" altLang="zh-CN" sz="4800" b="1" kern="1200" dirty="0">
                          <a:solidFill>
                            <a:schemeClr val="tx1"/>
                          </a:solidFill>
                          <a:ea typeface="方正大黑简体" panose="03000509000000000000" charset="-122"/>
                        </a:rPr>
                        <a:t>***</a:t>
                      </a:r>
                      <a:endParaRPr lang="zh-CN" altLang="en-US" sz="4800" b="1" kern="1200" dirty="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2880360" rtl="0" eaLnBrk="1" latinLnBrk="0" hangingPunct="1"/>
                      <a:r>
                        <a:rPr lang="en-US" altLang="zh-CN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**</a:t>
                      </a:r>
                      <a:r>
                        <a:rPr lang="zh-CN" altLang="en-US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</a:rPr>
                        <a:t>大学</a:t>
                      </a:r>
                      <a:endParaRPr lang="zh-CN" altLang="en-US" sz="4800" b="1" kern="1200" dirty="0">
                        <a:solidFill>
                          <a:schemeClr val="tx1"/>
                        </a:solidFill>
                        <a:ea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28803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4800" b="1" kern="1200" dirty="0">
                          <a:solidFill>
                            <a:schemeClr val="tx1"/>
                          </a:solidFill>
                          <a:latin typeface="方正大黑简体" panose="03000509000000000000" charset="-122"/>
                          <a:ea typeface="方正大黑简体" panose="03000509000000000000" charset="-122"/>
                          <a:cs typeface="方正大黑简体" panose="03000509000000000000" charset="-122"/>
                          <a:sym typeface="+mn-ea"/>
                        </a:rPr>
                        <a:t>博士后</a:t>
                      </a:r>
                      <a:endParaRPr lang="en-US" altLang="zh-CN" sz="4800" b="1" kern="1200" dirty="0">
                        <a:solidFill>
                          <a:schemeClr val="tx1"/>
                        </a:solidFill>
                        <a:latin typeface="方正大黑简体" panose="03000509000000000000" charset="-122"/>
                        <a:ea typeface="方正大黑简体" panose="03000509000000000000" charset="-122"/>
                        <a:cs typeface="方正大黑简体" panose="03000509000000000000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82515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94</Words>
  <Application>Microsoft Office PowerPoint</Application>
  <PresentationFormat>自定义</PresentationFormat>
  <Paragraphs>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报隶-简</vt:lpstr>
      <vt:lpstr>方正大黑简体</vt:lpstr>
      <vt:lpstr>微软雅黑</vt:lpstr>
      <vt:lpstr>Arial</vt:lpstr>
      <vt:lpstr>Calibri</vt:lpstr>
      <vt:lpstr>Times New Roman</vt:lpstr>
      <vt:lpstr>Office 主题​​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</dc:creator>
  <cp:lastModifiedBy>Wanli Lv</cp:lastModifiedBy>
  <cp:revision>114</cp:revision>
  <dcterms:created xsi:type="dcterms:W3CDTF">2024-05-17T01:07:46Z</dcterms:created>
  <dcterms:modified xsi:type="dcterms:W3CDTF">2026-05-30T10:47:36Z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D547DEB247E8B84847364466C61D865C_43</vt:lpwstr>
  </property>
</Properties>
</file>